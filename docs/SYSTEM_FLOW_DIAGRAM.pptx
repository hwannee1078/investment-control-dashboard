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746488f3634e4f" /><Relationship Type="http://schemas.openxmlformats.org/officeDocument/2006/relationships/extended-properties" Target="/docProps/app.xml" Id="R834ff74b9acb4719" /><Relationship Type="http://schemas.openxmlformats.org/officeDocument/2006/relationships/officeDocument" Target="/ppt/presentation.xml" Id="R94b56cc200a549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bb164808348e7"/>
  </p:sldMasterIdLst>
  <p:notesMasterIdLst>
    <p:notesMasterId xmlns:r="http://schemas.openxmlformats.org/officeDocument/2006/relationships" r:id="Rebf90646459c4d36"/>
  </p:notesMasterIdLst>
  <p:sldIdLst>
    <p:sldId xmlns:r="http://schemas.openxmlformats.org/officeDocument/2006/relationships" id="256" r:id="R02762f80511943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d216141c4a4e1e" /><Relationship Type="http://schemas.openxmlformats.org/officeDocument/2006/relationships/slideMaster" Target="/ppt/slideMasters/slideMaster1.xml" Id="R46ebb164808348e7" /><Relationship Type="http://schemas.openxmlformats.org/officeDocument/2006/relationships/notesMaster" Target="/ppt/notesMasters/notesMaster1.xml" Id="Rebf90646459c4d36" /><Relationship Type="http://schemas.openxmlformats.org/officeDocument/2006/relationships/presProps" Target="/ppt/presProps.xml" Id="R3e035aff48e04899" /><Relationship Type="http://schemas.openxmlformats.org/officeDocument/2006/relationships/tableStyles" Target="/ppt/tableStyles.xml" Id="Rf04ff269b32c4f5c" /><Relationship Type="http://schemas.openxmlformats.org/officeDocument/2006/relationships/slide" Target="/ppt/slides/slide1.xml" Id="R02762f80511943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4042425b6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eca66be8964a11" /><Relationship Type="http://schemas.openxmlformats.org/officeDocument/2006/relationships/notesMaster" Target="/ppt/notesMasters/notesMaster1.xml" Id="R9f77349225a5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e5a162cc7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a88d1b9cbb4137" /><Relationship Type="http://schemas.openxmlformats.org/officeDocument/2006/relationships/slideLayout" Target="/ppt/slideLayouts/slideLayout1.xml" Id="R6262afb6065246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2afb6065246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f5ec08a914f9a" /><Relationship Type="http://schemas.openxmlformats.org/officeDocument/2006/relationships/notesSlide" Target="/ppt/notesSlides/notesSlide1.xml" Id="Rebd6fa573816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3DEB1-1E73-4CD6-947F-59433E2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3555"/>
                </a:solidFill>
              </a:defRPr>
            </a:pPr>
            <a:r>
              <a:rPr sz="2250" b="1">
                <a:solidFill>
                  <a:srgbClr val="0C3555"/>
                </a:solidFill>
              </a:rPr>
              <a:t>투자비 대시보드 서비스 전체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A0A14-BBF2-40E9-9C33-EB393CE3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7488"/>
                </a:solidFill>
              </a:defRPr>
            </a:pPr>
            <a:r>
              <a:rPr sz="1200">
                <a:solidFill>
                  <a:srgbClr val="5B7488"/>
                </a:solidFill>
              </a:rPr>
              <a:t>로그인·권한 확인부터 Excel 검증, 사업별 집계, 대시보드·안전규정 AI 활용까지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9B2D1-E6E8-40F7-8A18-F24DF476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19050">
            <a:solidFill>
              <a:srgbClr val="4D9C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EF192-9EBA-4D22-A348-82DD4904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5D"/>
                </a:solidFill>
              </a:defRPr>
            </a:pPr>
            <a:r>
              <a:rPr sz="1500" b="1">
                <a:solidFill>
                  <a:srgbClr val="123B5D"/>
                </a:solidFill>
              </a:rPr>
              <a:t>1. 로그인·권한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CE756-7610-4D61-BB2C-117E16F5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20383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사번·비밀번호 로그인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Supabase Auth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역할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임원/직책자 · 실무담당자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관리자 권한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7AC47-443D-4F86-A800-BE0F876A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789E"/>
                </a:solidFill>
              </a:defRPr>
            </a:pPr>
            <a:r>
              <a:rPr sz="2250" b="1">
                <a:solidFill>
                  <a:srgbClr val="2D789E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BEDBE-3B5A-4876-8A3C-00E1F89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287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19050">
            <a:solidFill>
              <a:srgbClr val="6D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D0982-4E51-4D22-B92E-B2F13B53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5D"/>
                </a:solidFill>
              </a:defRPr>
            </a:pPr>
            <a:r>
              <a:rPr sz="1500" b="1">
                <a:solidFill>
                  <a:srgbClr val="123B5D"/>
                </a:solidFill>
              </a:rPr>
              <a:t>2. 사업·자료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F3259-C06A-4AAA-92EA-4C2C2303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20383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사업 기본정보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일정·승인투자비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Rolling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사업 선택 후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복수 Excel 업로드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1BF12-DBD5-4E69-AED3-C7E58753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789E"/>
                </a:solidFill>
              </a:defRPr>
            </a:pPr>
            <a:r>
              <a:rPr sz="2250" b="1">
                <a:solidFill>
                  <a:srgbClr val="2D789E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E0DBC-BF13-413A-A015-7E867567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19050">
            <a:solidFill>
              <a:srgbClr val="E6A2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DACA8-27E0-4F36-8660-7141CF1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5D"/>
                </a:solidFill>
              </a:defRPr>
            </a:pPr>
            <a:r>
              <a:rPr sz="1500" b="1">
                <a:solidFill>
                  <a:srgbClr val="123B5D"/>
                </a:solidFill>
              </a:rPr>
              <a:t>3. 검증·집계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75BCE-B686-4CB2-A19F-47542FCC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20383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투자오더번호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C14 월별 실적투자비 추출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C15:C108 상세 합계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사업별·월별 합산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누적투자비·집행률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D87F2-D4AA-4D18-A756-4BB881D2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789E"/>
                </a:solidFill>
              </a:defRPr>
            </a:pPr>
            <a:r>
              <a:rPr sz="2250" b="1">
                <a:solidFill>
                  <a:srgbClr val="2D789E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AD594-7B71-4C18-B4DD-4F3FA14B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287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9050">
            <a:solidFill>
              <a:srgbClr val="50A5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EA3E0-93B9-4A3E-BC28-4F401C4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621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5D"/>
                </a:solidFill>
              </a:defRPr>
            </a:pPr>
            <a:r>
              <a:rPr sz="1500" b="1">
                <a:solidFill>
                  <a:srgbClr val="123B5D"/>
                </a:solidFill>
              </a:rPr>
              <a:t>4. 대시보드·AI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1EDAE-F323-4740-B8B6-A7A09057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20383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소재별 도넛 차트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사업별 투자비 바 차트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사업목록·일정·사유</a:t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분기·월별 Rolling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20384A"/>
                </a:solidFill>
              </a:defRPr>
            </a:pPr>
            <a:r>
              <a:rPr sz="1125">
                <a:solidFill>
                  <a:srgbClr val="20384A"/>
                </a:solidFill>
              </a:rPr>
              <a:t>안전규정 RAG / AI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809FC-06FA-4B84-8E70-88401BD1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EF9DC-8275-4E4B-9B3E-A23984B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904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767"/>
                </a:solidFill>
              </a:defRPr>
            </a:pPr>
            <a:r>
              <a:rPr sz="1650" b="1">
                <a:solidFill>
                  <a:srgbClr val="174767"/>
                </a:solidFill>
              </a:rPr>
              <a:t>핵심 원칙</a:t>
            </a:r>
          </a:p>
          <a:p xmlns:a="http://schemas.openxmlformats.org/drawingml/2006/main">
            <a:pPr>
              <a:defRPr sz="1650" b="1">
                <a:solidFill>
                  <a:srgbClr val="174767"/>
                </a:solidFill>
              </a:defRPr>
            </a:pPr>
            <a:r>
              <a:rPr sz="1650" b="1">
                <a:solidFill>
                  <a:srgbClr val="174767"/>
                </a:solidFill>
              </a:rPr>
              <a:t>사업 단위 통합 · 원본 기준(C14) 검증 · 권한별 운영 · 근거와 출처가 있는 AI 답변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B71B6-E901-470D-AEB8-BC3A8A2E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8190"/>
                </a:solidFill>
              </a:defRPr>
            </a:pPr>
            <a:r>
              <a:rPr sz="1050">
                <a:solidFill>
                  <a:srgbClr val="6B8190"/>
                </a:solidFill>
              </a:rPr>
              <a:t>샘플 검증: 4개 사업 · 복수 투자오더 · 6·7월 자료 총 16개 Excel 파일</a:t>
            </a:r>
          </a:p>
        </p:txBody>
      </p:sp>
    </p:spTree>
    <p:extLst>
      <p:ext uri="{BB962C8B-B14F-4D97-AF65-F5344CB8AC3E}">
        <p14:creationId xmlns:p14="http://schemas.microsoft.com/office/powerpoint/2010/main" val="1447938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2026-08-18T01:21:03.9800000Z</dcterms:created>
  <dcterms:modified xsi:type="dcterms:W3CDTF">2026-08-18T01:21:03.9800000Z</dcterms:modified>
</coreProperties>
</file>